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2CDE0-5957-6D7C-5272-48D75979A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7BE79D-24FB-CD51-9A61-43ED0575B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1D3D10-1EDE-A19B-5104-F3394DE2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5C7B7-8687-AB2C-DE16-B6E82779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4CFD72-719A-71D9-F5BA-D1ACEE90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81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B4CF9-23A8-3451-1A51-A869F464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F0A59F-832A-B00D-F25D-13874BDA3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5CF5F-C739-5DC0-BBF1-6EAA439D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93A83E-72EF-B52E-54F7-8CFCB5BA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0702F-60B2-192E-E629-E43F3799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39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BABC7-6B3C-1E38-BD84-9235C541A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2B9EC8-3E7C-AA8F-22F8-9E90B0848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448738-5A98-78B1-866C-E4C500F21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86C004-F5C8-2134-8CC2-A9342E25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8D0229-A8B4-64AC-EF6D-9CD781BC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77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B74A56-DA22-3482-3686-E03CB637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9AF35-15A8-FBEF-9903-EC7D512A9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4C6CAB-A2E5-C3D1-C6BD-DF00B7429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C8DF52-60C7-3A8D-417F-CBB567DB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34819D-AE69-613D-CD91-CDD1FD3A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B461AB-BDED-4C0A-C348-119014F2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40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3AE83-EB87-AC3D-25C4-20759BFE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F3D1C1-04B1-D271-454E-7EBE8D22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3F031E-5278-B910-20BB-C63C230B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B4709A-1C8E-AB6A-36A2-3A118B2887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D6F1B-2A4D-6A81-1787-B6520FB10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241F0F5-4A4D-D71A-5EE2-492DE84A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DF1042-105A-6D67-BEDC-4BBD73D6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3BF3A0-71F9-D854-51C3-9DADD503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95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176B8-8B5A-4F08-A969-4C5AA75B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58C146-E956-36AB-5F32-5AB1F49DA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4583E5-E1F4-8C15-22BA-71D3CE68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AA3600-DB25-47B6-7851-BEE21367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36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01F5E7-8984-F680-F82C-C7A735494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2EDADC-F492-5A96-8B0B-7D33B475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C9EC0-5363-D04E-7EDF-32FA5DE9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87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12A16-0A8B-58C9-FE06-F2C6F270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C02A6C-D2F8-1306-D68A-0550C51E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43A6F5-38F6-9491-AD23-972B9F628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342048-1A34-A4D7-7F9A-342321FD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69D1A-5EDC-5826-7A29-BC869021A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5EF8F5-05EF-5650-0BED-93510E08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272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68E8B-B1DA-BF73-542E-A759AD54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DF35024-2F70-23EB-CCD8-621DD5E82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FD6890-F4CC-D7B4-CD7C-44FD908E4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C9483F-B2DC-0BB8-7BFB-5BDACA2D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B6E2BE-BB50-B29E-E71A-C5EC86A0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ACB691-D611-9BD4-B96F-2B4900FAB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78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5B69D-EC30-31E2-1585-B6B8851C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D1E1A2-C436-8751-CD70-135221FA2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E7D54-FBFB-BDFB-E6DC-8A5A2F8F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240C0-C8DE-62D5-D30B-BC1201A4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A792C-364D-9167-2D65-0F398F1A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00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22F8D5-843F-C07B-9082-660B50535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F43D9-D75E-826A-BFB6-4797397C9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A7FAA-8301-02DD-570C-3DE2EB6A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B89A6-2080-7724-211D-B96022468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076D10-0BE3-3206-7837-FEDEE231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89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B0FB060-830F-2690-24D3-892E5D6C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FCD07-7E53-6835-54E5-6E1A8C3EE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B4299-6490-F13D-5E8A-CBF4F6539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6E908-2596-49D3-A5D9-30B0BAF035D5}" type="datetimeFigureOut">
              <a:rPr lang="zh-CN" altLang="en-US" smtClean="0"/>
              <a:t>2025/8/6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CBFE4B-E189-BB62-27F4-2334738B7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8A8B7-FEC3-9F1A-5714-7EB5BC897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A08B-465F-425F-9747-D61FE6347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22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0E4DCF-8CF9-5244-CD74-D00CC7F9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9470"/>
            <a:ext cx="12192000" cy="557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4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0034-F192-C102-E69E-2B60043B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C31F48-8392-0CEC-FF34-21936533B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663"/>
            <a:ext cx="12192000" cy="618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8901-6CD0-F813-5CA8-175DD0E75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5C4FF6-D211-A800-6803-33E344D3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701"/>
            <a:ext cx="12192000" cy="61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4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FEF94-B176-63F7-3BBE-70A6BCBE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71631A-9235-789A-254F-F1EE7F714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424"/>
            <a:ext cx="12192000" cy="62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585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E7B6-8D6C-A147-2E5D-094B4B59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CC7B52-53C8-2B69-701E-5F285D3B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487"/>
            <a:ext cx="12192000" cy="625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9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天鑰 呉</dc:creator>
  <cp:lastModifiedBy>天鑰 呉</cp:lastModifiedBy>
  <cp:revision>3</cp:revision>
  <dcterms:created xsi:type="dcterms:W3CDTF">2025-08-06T03:00:16Z</dcterms:created>
  <dcterms:modified xsi:type="dcterms:W3CDTF">2025-08-06T03:04:32Z</dcterms:modified>
</cp:coreProperties>
</file>